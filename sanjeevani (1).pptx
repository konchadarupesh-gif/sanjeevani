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rgbClr val="54545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54545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09010" y="2899780"/>
            <a:ext cx="6571615" cy="5854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10184" y="24645"/>
            <a:ext cx="11061700" cy="3012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68958" y="3459789"/>
            <a:ext cx="10910570" cy="3747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rgbClr val="54545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2515" y="0"/>
            <a:ext cx="18290540" cy="10287000"/>
            <a:chOff x="-2515" y="0"/>
            <a:chExt cx="1829054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2515" y="0"/>
              <a:ext cx="18290544" cy="10287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19565" y="359232"/>
              <a:ext cx="406400" cy="4953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43546" y="359232"/>
              <a:ext cx="406400" cy="4953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095" rIns="0" bIns="0" rtlCol="0" vert="horz">
            <a:spAutoFit/>
          </a:bodyPr>
          <a:lstStyle/>
          <a:p>
            <a:pPr marL="3074035">
              <a:lnSpc>
                <a:spcPct val="100000"/>
              </a:lnSpc>
              <a:spcBef>
                <a:spcPts val="985"/>
              </a:spcBef>
              <a:tabLst>
                <a:tab pos="7266940" algn="l"/>
                <a:tab pos="9991090" algn="l"/>
              </a:tabLst>
            </a:pPr>
            <a:r>
              <a:rPr dirty="0" sz="5550" spc="-10">
                <a:solidFill>
                  <a:srgbClr val="000000"/>
                </a:solidFill>
              </a:rPr>
              <a:t>FORTEX36</a:t>
            </a:r>
            <a:r>
              <a:rPr dirty="0" sz="5550">
                <a:solidFill>
                  <a:srgbClr val="000000"/>
                </a:solidFill>
              </a:rPr>
              <a:t>	</a:t>
            </a:r>
            <a:r>
              <a:rPr dirty="0" sz="5550" spc="-10">
                <a:solidFill>
                  <a:srgbClr val="000000"/>
                </a:solidFill>
              </a:rPr>
              <a:t>ACKAT</a:t>
            </a:r>
            <a:r>
              <a:rPr dirty="0" sz="5550">
                <a:solidFill>
                  <a:srgbClr val="000000"/>
                </a:solidFill>
              </a:rPr>
              <a:t>	</a:t>
            </a:r>
            <a:r>
              <a:rPr dirty="0" sz="5550" spc="-85">
                <a:solidFill>
                  <a:srgbClr val="000000"/>
                </a:solidFill>
              </a:rPr>
              <a:t>ON</a:t>
            </a:r>
            <a:endParaRPr sz="5550"/>
          </a:p>
          <a:p>
            <a:pPr marL="12700">
              <a:lnSpc>
                <a:spcPct val="100000"/>
              </a:lnSpc>
              <a:spcBef>
                <a:spcPts val="1864"/>
              </a:spcBef>
            </a:pPr>
            <a:r>
              <a:rPr dirty="0" sz="11750" spc="-265">
                <a:solidFill>
                  <a:srgbClr val="A2262B"/>
                </a:solidFill>
                <a:latin typeface="Georgia"/>
                <a:cs typeface="Georgia"/>
              </a:rPr>
              <a:t>sanjeevani</a:t>
            </a:r>
            <a:endParaRPr sz="11750">
              <a:latin typeface="Georgia"/>
              <a:cs typeface="Georg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414050" y="5768388"/>
            <a:ext cx="4980305" cy="3016250"/>
            <a:chOff x="3414050" y="5768388"/>
            <a:chExt cx="4980305" cy="301625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3939" y="5768388"/>
              <a:ext cx="219075" cy="2667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0151" y="5768388"/>
              <a:ext cx="219075" cy="2667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5135" y="6254163"/>
              <a:ext cx="219075" cy="2667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3939" y="6739938"/>
              <a:ext cx="219075" cy="2667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0151" y="6739938"/>
              <a:ext cx="219075" cy="2667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9416" y="6739938"/>
              <a:ext cx="219075" cy="26670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1304" y="6739938"/>
              <a:ext cx="219075" cy="26670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1341" y="7225713"/>
              <a:ext cx="219075" cy="2667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4050" y="8517625"/>
              <a:ext cx="219075" cy="26670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2764555" y="3478512"/>
            <a:ext cx="13082269" cy="65760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58215">
              <a:lnSpc>
                <a:spcPct val="100000"/>
              </a:lnSpc>
              <a:spcBef>
                <a:spcPts val="100"/>
              </a:spcBef>
            </a:pPr>
            <a:r>
              <a:rPr dirty="0" sz="3900" spc="-10" b="1">
                <a:solidFill>
                  <a:srgbClr val="FFFFFF"/>
                </a:solidFill>
                <a:latin typeface="Tahoma"/>
                <a:cs typeface="Tahoma"/>
              </a:rPr>
              <a:t>Smart</a:t>
            </a:r>
            <a:r>
              <a:rPr dirty="0" sz="3900" spc="-2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900" b="1">
                <a:solidFill>
                  <a:srgbClr val="FFFFFF"/>
                </a:solidFill>
                <a:latin typeface="Tahoma"/>
                <a:cs typeface="Tahoma"/>
              </a:rPr>
              <a:t>blood</a:t>
            </a:r>
            <a:r>
              <a:rPr dirty="0" sz="3900" spc="-2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900" spc="-10" b="1">
                <a:solidFill>
                  <a:srgbClr val="FFFFFF"/>
                </a:solidFill>
                <a:latin typeface="Tahoma"/>
                <a:cs typeface="Tahoma"/>
              </a:rPr>
              <a:t>bank</a:t>
            </a:r>
            <a:r>
              <a:rPr dirty="0" sz="3900" spc="-2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900" spc="-80" b="1">
                <a:solidFill>
                  <a:srgbClr val="FFFFFF"/>
                </a:solidFill>
                <a:latin typeface="Tahoma"/>
                <a:cs typeface="Tahoma"/>
              </a:rPr>
              <a:t>inventory</a:t>
            </a:r>
            <a:r>
              <a:rPr dirty="0" sz="3900" spc="-2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900" spc="-10" b="1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endParaRPr sz="3900">
              <a:latin typeface="Tahoma"/>
              <a:cs typeface="Tahoma"/>
            </a:endParaRPr>
          </a:p>
          <a:p>
            <a:pPr marL="1260475" marR="6437630">
              <a:lnSpc>
                <a:spcPct val="106300"/>
              </a:lnSpc>
              <a:spcBef>
                <a:spcPts val="4470"/>
              </a:spcBef>
            </a:pPr>
            <a:r>
              <a:rPr dirty="0" sz="3000" spc="-120" b="1">
                <a:latin typeface="Tahoma"/>
                <a:cs typeface="Tahoma"/>
              </a:rPr>
              <a:t>TEAM</a:t>
            </a:r>
            <a:r>
              <a:rPr dirty="0" sz="3000" spc="-75" b="1">
                <a:latin typeface="Tahoma"/>
                <a:cs typeface="Tahoma"/>
              </a:rPr>
              <a:t> </a:t>
            </a:r>
            <a:r>
              <a:rPr dirty="0" sz="3000" spc="-170" b="1">
                <a:latin typeface="Tahoma"/>
                <a:cs typeface="Tahoma"/>
              </a:rPr>
              <a:t>NAME</a:t>
            </a:r>
            <a:r>
              <a:rPr dirty="0" sz="3000" spc="-50" b="1">
                <a:latin typeface="Tahoma"/>
                <a:cs typeface="Tahoma"/>
              </a:rPr>
              <a:t> </a:t>
            </a:r>
            <a:r>
              <a:rPr dirty="0" sz="3000" spc="-275" b="1">
                <a:latin typeface="Tahoma"/>
                <a:cs typeface="Tahoma"/>
              </a:rPr>
              <a:t>:</a:t>
            </a:r>
            <a:r>
              <a:rPr dirty="0" sz="3000" spc="-40" b="1">
                <a:latin typeface="Tahoma"/>
                <a:cs typeface="Tahoma"/>
              </a:rPr>
              <a:t> </a:t>
            </a:r>
            <a:r>
              <a:rPr dirty="0" sz="3000" spc="-110" b="1">
                <a:latin typeface="Tahoma"/>
                <a:cs typeface="Tahoma"/>
              </a:rPr>
              <a:t>NEURAL</a:t>
            </a:r>
            <a:r>
              <a:rPr dirty="0" sz="3000" spc="-55" b="1">
                <a:latin typeface="Tahoma"/>
                <a:cs typeface="Tahoma"/>
              </a:rPr>
              <a:t> </a:t>
            </a:r>
            <a:r>
              <a:rPr dirty="0" sz="3000" spc="-75" b="1">
                <a:latin typeface="Tahoma"/>
                <a:cs typeface="Tahoma"/>
              </a:rPr>
              <a:t>SQUAD </a:t>
            </a:r>
            <a:r>
              <a:rPr dirty="0" sz="3000" spc="-120" b="1">
                <a:latin typeface="Tahoma"/>
                <a:cs typeface="Tahoma"/>
              </a:rPr>
              <a:t>TEAM</a:t>
            </a:r>
            <a:r>
              <a:rPr dirty="0" sz="3000" spc="-60" b="1">
                <a:latin typeface="Tahoma"/>
                <a:cs typeface="Tahoma"/>
              </a:rPr>
              <a:t> </a:t>
            </a:r>
            <a:r>
              <a:rPr dirty="0" sz="3000" spc="-165" b="1">
                <a:latin typeface="Tahoma"/>
                <a:cs typeface="Tahoma"/>
              </a:rPr>
              <a:t>MEMBERS</a:t>
            </a:r>
            <a:r>
              <a:rPr dirty="0" sz="3000" spc="-55" b="1">
                <a:latin typeface="Tahoma"/>
                <a:cs typeface="Tahoma"/>
              </a:rPr>
              <a:t> </a:t>
            </a:r>
            <a:r>
              <a:rPr dirty="0" sz="3000" spc="-335" b="1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1534160">
              <a:lnSpc>
                <a:spcPct val="100000"/>
              </a:lnSpc>
              <a:spcBef>
                <a:spcPts val="225"/>
              </a:spcBef>
              <a:tabLst>
                <a:tab pos="2647315" algn="l"/>
              </a:tabLst>
            </a:pPr>
            <a:r>
              <a:rPr dirty="0" sz="3000" spc="-25" b="1">
                <a:latin typeface="Tahoma"/>
                <a:cs typeface="Tahoma"/>
              </a:rPr>
              <a:t>ARS</a:t>
            </a:r>
            <a:r>
              <a:rPr dirty="0" sz="3000" b="1">
                <a:latin typeface="Tahoma"/>
                <a:cs typeface="Tahoma"/>
              </a:rPr>
              <a:t>	</a:t>
            </a:r>
            <a:r>
              <a:rPr dirty="0" sz="3000" spc="-160" b="1">
                <a:latin typeface="Tahoma"/>
                <a:cs typeface="Tahoma"/>
              </a:rPr>
              <a:t>KUMAR</a:t>
            </a:r>
            <a:r>
              <a:rPr dirty="0" sz="3000" spc="-55" b="1">
                <a:latin typeface="Tahoma"/>
                <a:cs typeface="Tahoma"/>
              </a:rPr>
              <a:t> </a:t>
            </a:r>
            <a:r>
              <a:rPr dirty="0" sz="3000" spc="-275" b="1">
                <a:latin typeface="Tahoma"/>
                <a:cs typeface="Tahoma"/>
              </a:rPr>
              <a:t>:</a:t>
            </a:r>
            <a:r>
              <a:rPr dirty="0" sz="3000" spc="-40" b="1">
                <a:latin typeface="Tahoma"/>
                <a:cs typeface="Tahoma"/>
              </a:rPr>
              <a:t> </a:t>
            </a:r>
            <a:r>
              <a:rPr dirty="0" sz="3000" spc="-290" b="1">
                <a:latin typeface="Tahoma"/>
                <a:cs typeface="Tahoma"/>
              </a:rPr>
              <a:t>AP25110070658</a:t>
            </a:r>
            <a:endParaRPr sz="3000">
              <a:latin typeface="Tahoma"/>
              <a:cs typeface="Tahoma"/>
            </a:endParaRPr>
          </a:p>
          <a:p>
            <a:pPr marL="1534160" marR="4503420" indent="-274320">
              <a:lnSpc>
                <a:spcPts val="3829"/>
              </a:lnSpc>
              <a:spcBef>
                <a:spcPts val="165"/>
              </a:spcBef>
              <a:tabLst>
                <a:tab pos="2647315" algn="l"/>
                <a:tab pos="3159760" algn="l"/>
                <a:tab pos="3941445" algn="l"/>
                <a:tab pos="5761990" algn="l"/>
              </a:tabLst>
            </a:pPr>
            <a:r>
              <a:rPr dirty="0" sz="3000" spc="-85" b="1">
                <a:latin typeface="Tahoma"/>
                <a:cs typeface="Tahoma"/>
              </a:rPr>
              <a:t>ANANT</a:t>
            </a:r>
            <a:r>
              <a:rPr dirty="0" sz="3000" spc="-70" b="1">
                <a:latin typeface="Tahoma"/>
                <a:cs typeface="Tahoma"/>
              </a:rPr>
              <a:t> </a:t>
            </a:r>
            <a:r>
              <a:rPr dirty="0" sz="3000" spc="-195" b="1">
                <a:latin typeface="Tahoma"/>
                <a:cs typeface="Tahoma"/>
              </a:rPr>
              <a:t>NARAYAN</a:t>
            </a:r>
            <a:r>
              <a:rPr dirty="0" sz="3000" spc="-40" b="1">
                <a:latin typeface="Tahoma"/>
                <a:cs typeface="Tahoma"/>
              </a:rPr>
              <a:t> </a:t>
            </a:r>
            <a:r>
              <a:rPr dirty="0" sz="3000" spc="-280" b="1">
                <a:latin typeface="Tahoma"/>
                <a:cs typeface="Tahoma"/>
              </a:rPr>
              <a:t>SING</a:t>
            </a:r>
            <a:r>
              <a:rPr dirty="0" sz="3000" b="1">
                <a:latin typeface="Tahoma"/>
                <a:cs typeface="Tahoma"/>
              </a:rPr>
              <a:t>	</a:t>
            </a:r>
            <a:r>
              <a:rPr dirty="0" sz="3000" spc="-275" b="1">
                <a:latin typeface="Tahoma"/>
                <a:cs typeface="Tahoma"/>
              </a:rPr>
              <a:t>:</a:t>
            </a:r>
            <a:r>
              <a:rPr dirty="0" sz="3000" spc="-40" b="1">
                <a:latin typeface="Tahoma"/>
                <a:cs typeface="Tahoma"/>
              </a:rPr>
              <a:t> </a:t>
            </a:r>
            <a:r>
              <a:rPr dirty="0" sz="3000" spc="-375" b="1">
                <a:latin typeface="Tahoma"/>
                <a:cs typeface="Tahoma"/>
              </a:rPr>
              <a:t>AP25110071168 </a:t>
            </a:r>
            <a:r>
              <a:rPr dirty="0" sz="3000" spc="-25" b="1">
                <a:latin typeface="Tahoma"/>
                <a:cs typeface="Tahoma"/>
              </a:rPr>
              <a:t>ARS</a:t>
            </a:r>
            <a:r>
              <a:rPr dirty="0" sz="3000" b="1">
                <a:latin typeface="Tahoma"/>
                <a:cs typeface="Tahoma"/>
              </a:rPr>
              <a:t>	</a:t>
            </a:r>
            <a:r>
              <a:rPr dirty="0" sz="3000" spc="-50" b="1">
                <a:latin typeface="Tahoma"/>
                <a:cs typeface="Tahoma"/>
              </a:rPr>
              <a:t>C</a:t>
            </a:r>
            <a:r>
              <a:rPr dirty="0" sz="3000" b="1">
                <a:latin typeface="Tahoma"/>
                <a:cs typeface="Tahoma"/>
              </a:rPr>
              <a:t>	</a:t>
            </a:r>
            <a:r>
              <a:rPr dirty="0" sz="3000" spc="-25" b="1">
                <a:latin typeface="Tahoma"/>
                <a:cs typeface="Tahoma"/>
              </a:rPr>
              <a:t>AU</a:t>
            </a:r>
            <a:r>
              <a:rPr dirty="0" sz="3000" b="1">
                <a:latin typeface="Tahoma"/>
                <a:cs typeface="Tahoma"/>
              </a:rPr>
              <a:t>	</a:t>
            </a:r>
            <a:r>
              <a:rPr dirty="0" sz="3000" spc="-90" b="1">
                <a:latin typeface="Tahoma"/>
                <a:cs typeface="Tahoma"/>
              </a:rPr>
              <a:t>AN</a:t>
            </a:r>
            <a:r>
              <a:rPr dirty="0" sz="3000" spc="-125" b="1">
                <a:latin typeface="Tahoma"/>
                <a:cs typeface="Tahoma"/>
              </a:rPr>
              <a:t> </a:t>
            </a:r>
            <a:r>
              <a:rPr dirty="0" sz="3000" spc="-275" b="1">
                <a:latin typeface="Tahoma"/>
                <a:cs typeface="Tahoma"/>
              </a:rPr>
              <a:t>:</a:t>
            </a:r>
            <a:r>
              <a:rPr dirty="0" sz="3000" spc="-40" b="1">
                <a:latin typeface="Tahoma"/>
                <a:cs typeface="Tahoma"/>
              </a:rPr>
              <a:t> </a:t>
            </a:r>
            <a:r>
              <a:rPr dirty="0" sz="3000" spc="-300" b="1">
                <a:latin typeface="Tahoma"/>
                <a:cs typeface="Tahoma"/>
              </a:rPr>
              <a:t>AP25110010490</a:t>
            </a:r>
            <a:endParaRPr sz="3000">
              <a:latin typeface="Tahoma"/>
              <a:cs typeface="Tahoma"/>
            </a:endParaRPr>
          </a:p>
          <a:p>
            <a:pPr marL="1260475">
              <a:lnSpc>
                <a:spcPct val="100000"/>
              </a:lnSpc>
              <a:spcBef>
                <a:spcPts val="50"/>
              </a:spcBef>
              <a:tabLst>
                <a:tab pos="3188335" algn="l"/>
              </a:tabLst>
            </a:pPr>
            <a:r>
              <a:rPr dirty="0" sz="3000" spc="-10" b="1">
                <a:latin typeface="Tahoma"/>
                <a:cs typeface="Tahoma"/>
              </a:rPr>
              <a:t>K.RUPES</a:t>
            </a:r>
            <a:r>
              <a:rPr dirty="0" sz="3000" b="1">
                <a:latin typeface="Tahoma"/>
                <a:cs typeface="Tahoma"/>
              </a:rPr>
              <a:t>	</a:t>
            </a:r>
            <a:r>
              <a:rPr dirty="0" sz="3000" spc="-275" b="1">
                <a:latin typeface="Tahoma"/>
                <a:cs typeface="Tahoma"/>
              </a:rPr>
              <a:t>:</a:t>
            </a:r>
            <a:r>
              <a:rPr dirty="0" sz="3000" spc="-40" b="1">
                <a:latin typeface="Tahoma"/>
                <a:cs typeface="Tahoma"/>
              </a:rPr>
              <a:t> </a:t>
            </a:r>
            <a:r>
              <a:rPr dirty="0" sz="3000" spc="-365" b="1">
                <a:latin typeface="Tahoma"/>
                <a:cs typeface="Tahoma"/>
              </a:rPr>
              <a:t>AP25110010331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90"/>
              </a:spcBef>
            </a:pPr>
            <a:endParaRPr sz="3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894080" algn="l"/>
              </a:tabLst>
            </a:pPr>
            <a:r>
              <a:rPr dirty="0" baseline="-4629" sz="4500" spc="-427" b="1">
                <a:latin typeface="Tahoma"/>
                <a:cs typeface="Tahoma"/>
              </a:rPr>
              <a:t>GIT</a:t>
            </a:r>
            <a:r>
              <a:rPr dirty="0" baseline="-4629" sz="4500" b="1">
                <a:latin typeface="Tahoma"/>
                <a:cs typeface="Tahoma"/>
              </a:rPr>
              <a:t>	</a:t>
            </a:r>
            <a:r>
              <a:rPr dirty="0" baseline="-4629" sz="4500" spc="-60" b="1">
                <a:latin typeface="Tahoma"/>
                <a:cs typeface="Tahoma"/>
              </a:rPr>
              <a:t>UB</a:t>
            </a:r>
            <a:r>
              <a:rPr dirty="0" baseline="-4629" sz="4500" b="1">
                <a:latin typeface="Tahoma"/>
                <a:cs typeface="Tahoma"/>
              </a:rPr>
              <a:t> </a:t>
            </a:r>
            <a:r>
              <a:rPr dirty="0" baseline="-4629" sz="4500" spc="-277" b="1">
                <a:latin typeface="Tahoma"/>
                <a:cs typeface="Tahoma"/>
              </a:rPr>
              <a:t>REPOSITORY</a:t>
            </a:r>
            <a:r>
              <a:rPr dirty="0" baseline="-4629" sz="4500" spc="7" b="1">
                <a:latin typeface="Tahoma"/>
                <a:cs typeface="Tahoma"/>
              </a:rPr>
              <a:t> </a:t>
            </a:r>
            <a:r>
              <a:rPr dirty="0" baseline="-4629" sz="4500" spc="-359" b="1">
                <a:latin typeface="Tahoma"/>
                <a:cs typeface="Tahoma"/>
              </a:rPr>
              <a:t>LINK</a:t>
            </a:r>
            <a:r>
              <a:rPr dirty="0" baseline="-4629" sz="4500" spc="7" b="1">
                <a:latin typeface="Tahoma"/>
                <a:cs typeface="Tahoma"/>
              </a:rPr>
              <a:t> </a:t>
            </a:r>
            <a:r>
              <a:rPr dirty="0" baseline="-4629" sz="4500" spc="-412" b="1">
                <a:latin typeface="Tahoma"/>
                <a:cs typeface="Tahoma"/>
              </a:rPr>
              <a:t>:</a:t>
            </a:r>
            <a:r>
              <a:rPr dirty="0" baseline="-4629" sz="4500" spc="232" b="1">
                <a:latin typeface="Tahoma"/>
                <a:cs typeface="Tahoma"/>
              </a:rPr>
              <a:t> </a:t>
            </a:r>
            <a:r>
              <a:rPr dirty="0" sz="2500" spc="-105" b="1">
                <a:latin typeface="Tahoma"/>
                <a:cs typeface="Tahoma"/>
              </a:rPr>
              <a:t>https://github.com/konchadarupesh-</a:t>
            </a:r>
            <a:r>
              <a:rPr dirty="0" sz="2500" spc="-30" b="1">
                <a:latin typeface="Tahoma"/>
                <a:cs typeface="Tahoma"/>
              </a:rPr>
              <a:t>gif/Sanjeevani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85"/>
              </a:spcBef>
            </a:pPr>
            <a:endParaRPr sz="2500">
              <a:latin typeface="Tahoma"/>
              <a:cs typeface="Tahoma"/>
            </a:endParaRPr>
          </a:p>
          <a:p>
            <a:pPr marL="1610995">
              <a:lnSpc>
                <a:spcPct val="100000"/>
              </a:lnSpc>
            </a:pPr>
            <a:r>
              <a:rPr dirty="0" sz="3800" spc="-165" b="1">
                <a:latin typeface="Tahoma"/>
                <a:cs typeface="Tahoma"/>
              </a:rPr>
              <a:t>PROBLEM</a:t>
            </a:r>
            <a:r>
              <a:rPr dirty="0" sz="3800" spc="-114" b="1">
                <a:latin typeface="Tahoma"/>
                <a:cs typeface="Tahoma"/>
              </a:rPr>
              <a:t> </a:t>
            </a:r>
            <a:r>
              <a:rPr dirty="0" sz="3800" spc="-285" b="1">
                <a:latin typeface="Tahoma"/>
                <a:cs typeface="Tahoma"/>
              </a:rPr>
              <a:t>DOMAIN</a:t>
            </a:r>
            <a:r>
              <a:rPr dirty="0" sz="3800" spc="-50" b="1">
                <a:latin typeface="Tahoma"/>
                <a:cs typeface="Tahoma"/>
              </a:rPr>
              <a:t> </a:t>
            </a:r>
            <a:r>
              <a:rPr dirty="0" sz="3800" spc="-345" b="1">
                <a:latin typeface="Tahoma"/>
                <a:cs typeface="Tahoma"/>
              </a:rPr>
              <a:t>:</a:t>
            </a:r>
            <a:r>
              <a:rPr dirty="0" sz="3800" spc="-50" b="1">
                <a:latin typeface="Tahoma"/>
                <a:cs typeface="Tahoma"/>
              </a:rPr>
              <a:t> </a:t>
            </a:r>
            <a:r>
              <a:rPr dirty="0" sz="3800" spc="-135" b="1">
                <a:latin typeface="Tahoma"/>
                <a:cs typeface="Tahoma"/>
              </a:rPr>
              <a:t>OPEN</a:t>
            </a:r>
            <a:r>
              <a:rPr dirty="0" sz="3800" spc="-90" b="1">
                <a:latin typeface="Tahoma"/>
                <a:cs typeface="Tahoma"/>
              </a:rPr>
              <a:t> </a:t>
            </a:r>
            <a:r>
              <a:rPr dirty="0" sz="3800" spc="-280" b="1">
                <a:latin typeface="Tahoma"/>
                <a:cs typeface="Tahoma"/>
              </a:rPr>
              <a:t>INNOVATIVE</a:t>
            </a:r>
            <a:endParaRPr sz="3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29" cy="10287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16000" y="893544"/>
            <a:ext cx="7625715" cy="5823585"/>
          </a:xfrm>
          <a:prstGeom prst="rect">
            <a:avLst/>
          </a:prstGeom>
        </p:spPr>
        <p:txBody>
          <a:bodyPr wrap="square" lIns="0" tIns="300355" rIns="0" bIns="0" rtlCol="0" vert="horz">
            <a:spAutoFit/>
          </a:bodyPr>
          <a:lstStyle/>
          <a:p>
            <a:pPr marL="12700" marR="298450">
              <a:lnSpc>
                <a:spcPct val="75500"/>
              </a:lnSpc>
              <a:spcBef>
                <a:spcPts val="2365"/>
              </a:spcBef>
            </a:pPr>
            <a:r>
              <a:rPr dirty="0" sz="7700" b="1">
                <a:solidFill>
                  <a:srgbClr val="A2262B"/>
                </a:solidFill>
                <a:latin typeface="Georgia"/>
                <a:cs typeface="Georgia"/>
              </a:rPr>
              <a:t>Critical</a:t>
            </a:r>
            <a:r>
              <a:rPr dirty="0" sz="7700" spc="-445" b="1">
                <a:solidFill>
                  <a:srgbClr val="A2262B"/>
                </a:solidFill>
                <a:latin typeface="Georgia"/>
                <a:cs typeface="Georgia"/>
              </a:rPr>
              <a:t> </a:t>
            </a:r>
            <a:r>
              <a:rPr dirty="0" sz="7700" spc="-10" b="1">
                <a:solidFill>
                  <a:srgbClr val="A2262B"/>
                </a:solidFill>
                <a:latin typeface="Georgia"/>
                <a:cs typeface="Georgia"/>
              </a:rPr>
              <a:t>blood </a:t>
            </a:r>
            <a:r>
              <a:rPr dirty="0" sz="7700" b="1">
                <a:solidFill>
                  <a:srgbClr val="A2262B"/>
                </a:solidFill>
                <a:latin typeface="Georgia"/>
                <a:cs typeface="Georgia"/>
              </a:rPr>
              <a:t>shortage</a:t>
            </a:r>
            <a:r>
              <a:rPr dirty="0" sz="7700" spc="-135" b="1">
                <a:solidFill>
                  <a:srgbClr val="A2262B"/>
                </a:solidFill>
                <a:latin typeface="Georgia"/>
                <a:cs typeface="Georgia"/>
              </a:rPr>
              <a:t> </a:t>
            </a:r>
            <a:r>
              <a:rPr dirty="0" sz="7700" spc="-65" b="1">
                <a:solidFill>
                  <a:srgbClr val="A2262B"/>
                </a:solidFill>
                <a:latin typeface="Georgia"/>
                <a:cs typeface="Georgia"/>
              </a:rPr>
              <a:t>crisis</a:t>
            </a:r>
            <a:endParaRPr sz="7700">
              <a:latin typeface="Georgia"/>
              <a:cs typeface="Georgia"/>
            </a:endParaRPr>
          </a:p>
          <a:p>
            <a:pPr algn="ctr" marR="315595">
              <a:lnSpc>
                <a:spcPct val="100000"/>
              </a:lnSpc>
              <a:spcBef>
                <a:spcPts val="4000"/>
              </a:spcBef>
            </a:pPr>
            <a:r>
              <a:rPr dirty="0" sz="5950" b="1">
                <a:latin typeface="Tahoma"/>
                <a:cs typeface="Tahoma"/>
              </a:rPr>
              <a:t>The</a:t>
            </a:r>
            <a:r>
              <a:rPr dirty="0" sz="5950" spc="-400" b="1">
                <a:latin typeface="Tahoma"/>
                <a:cs typeface="Tahoma"/>
              </a:rPr>
              <a:t> </a:t>
            </a:r>
            <a:r>
              <a:rPr dirty="0" sz="5950" spc="-45" b="1">
                <a:latin typeface="Tahoma"/>
                <a:cs typeface="Tahoma"/>
              </a:rPr>
              <a:t>Challenge</a:t>
            </a:r>
            <a:endParaRPr sz="5950">
              <a:latin typeface="Tahoma"/>
              <a:cs typeface="Tahoma"/>
            </a:endParaRPr>
          </a:p>
          <a:p>
            <a:pPr algn="ctr" marL="453390" marR="5080">
              <a:lnSpc>
                <a:spcPct val="108400"/>
              </a:lnSpc>
              <a:spcBef>
                <a:spcPts val="4630"/>
              </a:spcBef>
            </a:pPr>
            <a:r>
              <a:rPr dirty="0" sz="3500" b="1">
                <a:latin typeface="Tahoma"/>
                <a:cs typeface="Tahoma"/>
              </a:rPr>
              <a:t>Every</a:t>
            </a:r>
            <a:r>
              <a:rPr dirty="0" sz="3500" spc="-260" b="1">
                <a:latin typeface="Tahoma"/>
                <a:cs typeface="Tahoma"/>
              </a:rPr>
              <a:t> </a:t>
            </a:r>
            <a:r>
              <a:rPr dirty="0" sz="3500" spc="-229" b="1">
                <a:latin typeface="Tahoma"/>
                <a:cs typeface="Tahoma"/>
              </a:rPr>
              <a:t>2</a:t>
            </a:r>
            <a:r>
              <a:rPr dirty="0" sz="3500" spc="-35" b="1">
                <a:latin typeface="Tahoma"/>
                <a:cs typeface="Tahoma"/>
              </a:rPr>
              <a:t> </a:t>
            </a:r>
            <a:r>
              <a:rPr dirty="0" sz="3500" spc="-40" b="1">
                <a:latin typeface="Tahoma"/>
                <a:cs typeface="Tahoma"/>
              </a:rPr>
              <a:t>seconds,</a:t>
            </a:r>
            <a:r>
              <a:rPr dirty="0" sz="3500" spc="-165" b="1">
                <a:latin typeface="Tahoma"/>
                <a:cs typeface="Tahoma"/>
              </a:rPr>
              <a:t> </a:t>
            </a:r>
            <a:r>
              <a:rPr dirty="0" sz="3500" spc="-20" b="1">
                <a:latin typeface="Tahoma"/>
                <a:cs typeface="Tahoma"/>
              </a:rPr>
              <a:t>someone</a:t>
            </a:r>
            <a:r>
              <a:rPr dirty="0" sz="3500" spc="-150" b="1">
                <a:latin typeface="Tahoma"/>
                <a:cs typeface="Tahoma"/>
              </a:rPr>
              <a:t> </a:t>
            </a:r>
            <a:r>
              <a:rPr dirty="0" sz="3500" spc="-10" b="1">
                <a:latin typeface="Tahoma"/>
                <a:cs typeface="Tahoma"/>
              </a:rPr>
              <a:t>needs blood.</a:t>
            </a:r>
            <a:r>
              <a:rPr dirty="0" sz="3500" spc="-165" b="1">
                <a:latin typeface="Tahoma"/>
                <a:cs typeface="Tahoma"/>
              </a:rPr>
              <a:t> </a:t>
            </a:r>
            <a:r>
              <a:rPr dirty="0" sz="3500" spc="-60" b="1">
                <a:latin typeface="Tahoma"/>
                <a:cs typeface="Tahoma"/>
              </a:rPr>
              <a:t>Manual</a:t>
            </a:r>
            <a:r>
              <a:rPr dirty="0" sz="3500" spc="-165" b="1">
                <a:latin typeface="Tahoma"/>
                <a:cs typeface="Tahoma"/>
              </a:rPr>
              <a:t> </a:t>
            </a:r>
            <a:r>
              <a:rPr dirty="0" sz="3500" spc="-40" b="1">
                <a:latin typeface="Tahoma"/>
                <a:cs typeface="Tahoma"/>
              </a:rPr>
              <a:t>systems</a:t>
            </a:r>
            <a:r>
              <a:rPr dirty="0" sz="3500" spc="-165" b="1">
                <a:latin typeface="Tahoma"/>
                <a:cs typeface="Tahoma"/>
              </a:rPr>
              <a:t> </a:t>
            </a:r>
            <a:r>
              <a:rPr dirty="0" sz="3500" b="1">
                <a:latin typeface="Tahoma"/>
                <a:cs typeface="Tahoma"/>
              </a:rPr>
              <a:t>fail</a:t>
            </a:r>
            <a:r>
              <a:rPr dirty="0" sz="3500" spc="-165" b="1">
                <a:latin typeface="Tahoma"/>
                <a:cs typeface="Tahoma"/>
              </a:rPr>
              <a:t> </a:t>
            </a:r>
            <a:r>
              <a:rPr dirty="0" sz="3500" spc="-20" b="1">
                <a:latin typeface="Tahoma"/>
                <a:cs typeface="Tahoma"/>
              </a:rPr>
              <a:t>when </a:t>
            </a:r>
            <a:r>
              <a:rPr dirty="0" sz="3500" spc="-50" b="1">
                <a:latin typeface="Tahoma"/>
                <a:cs typeface="Tahoma"/>
              </a:rPr>
              <a:t>time</a:t>
            </a:r>
            <a:r>
              <a:rPr dirty="0" sz="3500" spc="-190" b="1">
                <a:latin typeface="Tahoma"/>
                <a:cs typeface="Tahoma"/>
              </a:rPr>
              <a:t> </a:t>
            </a:r>
            <a:r>
              <a:rPr dirty="0" sz="3500" b="1">
                <a:latin typeface="Tahoma"/>
                <a:cs typeface="Tahoma"/>
              </a:rPr>
              <a:t>matters</a:t>
            </a:r>
            <a:r>
              <a:rPr dirty="0" sz="3500" spc="-190" b="1">
                <a:latin typeface="Tahoma"/>
                <a:cs typeface="Tahoma"/>
              </a:rPr>
              <a:t> </a:t>
            </a:r>
            <a:r>
              <a:rPr dirty="0" sz="3500" spc="-10" b="1">
                <a:latin typeface="Tahoma"/>
                <a:cs typeface="Tahoma"/>
              </a:rPr>
              <a:t>most.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47183" y="1094268"/>
            <a:ext cx="5088890" cy="1199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700" spc="-295">
                <a:solidFill>
                  <a:srgbClr val="A2262B"/>
                </a:solidFill>
                <a:latin typeface="Georgia"/>
                <a:cs typeface="Georgia"/>
              </a:rPr>
              <a:t>Key</a:t>
            </a:r>
            <a:r>
              <a:rPr dirty="0" sz="7700" spc="245">
                <a:solidFill>
                  <a:srgbClr val="A2262B"/>
                </a:solidFill>
                <a:latin typeface="Georgia"/>
                <a:cs typeface="Georgia"/>
              </a:rPr>
              <a:t> </a:t>
            </a:r>
            <a:r>
              <a:rPr dirty="0" sz="7700" spc="-105">
                <a:solidFill>
                  <a:srgbClr val="A2262B"/>
                </a:solidFill>
                <a:latin typeface="Georgia"/>
                <a:cs typeface="Georgia"/>
              </a:rPr>
              <a:t>issues</a:t>
            </a:r>
            <a:endParaRPr sz="7700">
              <a:latin typeface="Georgia"/>
              <a:cs typeface="Georgi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-35"/>
              <a:t>Outdated,</a:t>
            </a:r>
            <a:r>
              <a:rPr dirty="0" spc="-155"/>
              <a:t> </a:t>
            </a:r>
            <a:r>
              <a:rPr dirty="0" spc="-25"/>
              <a:t>paper-</a:t>
            </a:r>
            <a:r>
              <a:rPr dirty="0"/>
              <a:t>based</a:t>
            </a:r>
            <a:r>
              <a:rPr dirty="0" spc="-155"/>
              <a:t> </a:t>
            </a:r>
            <a:r>
              <a:rPr dirty="0"/>
              <a:t>blood</a:t>
            </a:r>
            <a:r>
              <a:rPr dirty="0" spc="-155"/>
              <a:t> </a:t>
            </a:r>
            <a:r>
              <a:rPr dirty="0" spc="-20"/>
              <a:t>bank </a:t>
            </a:r>
            <a:r>
              <a:rPr dirty="0" spc="-10"/>
              <a:t>records</a:t>
            </a:r>
          </a:p>
          <a:p>
            <a:pPr marL="12700" marR="889000">
              <a:lnSpc>
                <a:spcPts val="3829"/>
              </a:lnSpc>
              <a:spcBef>
                <a:spcPts val="165"/>
              </a:spcBef>
            </a:pPr>
            <a:r>
              <a:rPr dirty="0"/>
              <a:t>No</a:t>
            </a:r>
            <a:r>
              <a:rPr dirty="0" spc="-155"/>
              <a:t> </a:t>
            </a:r>
            <a:r>
              <a:rPr dirty="0" spc="-50"/>
              <a:t>real-</a:t>
            </a:r>
            <a:r>
              <a:rPr dirty="0" spc="-65"/>
              <a:t>time</a:t>
            </a:r>
            <a:r>
              <a:rPr dirty="0" spc="-150"/>
              <a:t> </a:t>
            </a:r>
            <a:r>
              <a:rPr dirty="0"/>
              <a:t>donor</a:t>
            </a:r>
            <a:r>
              <a:rPr dirty="0" spc="-150"/>
              <a:t> </a:t>
            </a:r>
            <a:r>
              <a:rPr dirty="0" spc="-50"/>
              <a:t>availability </a:t>
            </a:r>
            <a:r>
              <a:rPr dirty="0" spc="-10"/>
              <a:t>tracking</a:t>
            </a: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pc="-65"/>
              <a:t>Critical</a:t>
            </a:r>
            <a:r>
              <a:rPr dirty="0" spc="-145"/>
              <a:t> </a:t>
            </a:r>
            <a:r>
              <a:rPr dirty="0" spc="-10"/>
              <a:t>delays</a:t>
            </a:r>
            <a:r>
              <a:rPr dirty="0" spc="-145"/>
              <a:t> </a:t>
            </a:r>
            <a:r>
              <a:rPr dirty="0" spc="-70"/>
              <a:t>during</a:t>
            </a:r>
            <a:r>
              <a:rPr dirty="0" spc="-140"/>
              <a:t> </a:t>
            </a:r>
            <a:r>
              <a:rPr dirty="0" spc="-10"/>
              <a:t>medical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pc="-10"/>
              <a:t>emergencies</a:t>
            </a:r>
          </a:p>
          <a:p>
            <a:pPr marL="12700" marR="622300">
              <a:lnSpc>
                <a:spcPts val="3829"/>
              </a:lnSpc>
              <a:spcBef>
                <a:spcPts val="165"/>
              </a:spcBef>
            </a:pPr>
            <a:r>
              <a:rPr dirty="0" spc="-40"/>
              <a:t>Geographical</a:t>
            </a:r>
            <a:r>
              <a:rPr dirty="0" spc="-125"/>
              <a:t> </a:t>
            </a:r>
            <a:r>
              <a:rPr dirty="0" spc="-25"/>
              <a:t>barriers</a:t>
            </a:r>
            <a:r>
              <a:rPr dirty="0" spc="-125"/>
              <a:t> </a:t>
            </a:r>
            <a:r>
              <a:rPr dirty="0"/>
              <a:t>to</a:t>
            </a:r>
            <a:r>
              <a:rPr dirty="0" spc="-120"/>
              <a:t> </a:t>
            </a:r>
            <a:r>
              <a:rPr dirty="0" spc="-50"/>
              <a:t>finding </a:t>
            </a:r>
            <a:r>
              <a:rPr dirty="0" spc="-40"/>
              <a:t>compatible</a:t>
            </a:r>
            <a:r>
              <a:rPr dirty="0" spc="-140"/>
              <a:t> </a:t>
            </a:r>
            <a:r>
              <a:rPr dirty="0" spc="-10"/>
              <a:t>donors</a:t>
            </a: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pc="-150"/>
              <a:t>Impact:</a:t>
            </a:r>
            <a:r>
              <a:rPr dirty="0" spc="-70"/>
              <a:t> </a:t>
            </a:r>
            <a:r>
              <a:rPr dirty="0" spc="-80"/>
              <a:t>Patients,</a:t>
            </a:r>
            <a:r>
              <a:rPr dirty="0" spc="-110"/>
              <a:t> </a:t>
            </a:r>
            <a:r>
              <a:rPr dirty="0" spc="-40"/>
              <a:t>accident</a:t>
            </a:r>
            <a:r>
              <a:rPr dirty="0" spc="-90"/>
              <a:t> </a:t>
            </a:r>
            <a:r>
              <a:rPr dirty="0" spc="-10"/>
              <a:t>victims,</a:t>
            </a:r>
          </a:p>
          <a:p>
            <a:pPr algn="just" marL="12700" marR="692150">
              <a:lnSpc>
                <a:spcPts val="3829"/>
              </a:lnSpc>
              <a:spcBef>
                <a:spcPts val="85"/>
              </a:spcBef>
            </a:pPr>
            <a:r>
              <a:rPr dirty="0" spc="-60"/>
              <a:t>surgical</a:t>
            </a:r>
            <a:r>
              <a:rPr dirty="0" spc="-155"/>
              <a:t> </a:t>
            </a:r>
            <a:r>
              <a:rPr dirty="0" spc="-35"/>
              <a:t>cases,</a:t>
            </a:r>
            <a:r>
              <a:rPr dirty="0" spc="-155"/>
              <a:t> </a:t>
            </a:r>
            <a:r>
              <a:rPr dirty="0"/>
              <a:t>and</a:t>
            </a:r>
            <a:r>
              <a:rPr dirty="0" spc="-155"/>
              <a:t> </a:t>
            </a:r>
            <a:r>
              <a:rPr dirty="0" spc="-60"/>
              <a:t>haemophilia </a:t>
            </a:r>
            <a:r>
              <a:rPr dirty="0" spc="-20"/>
              <a:t>sufferers</a:t>
            </a:r>
            <a:r>
              <a:rPr dirty="0" spc="-170"/>
              <a:t> </a:t>
            </a:r>
            <a:r>
              <a:rPr dirty="0" spc="-25"/>
              <a:t>depend</a:t>
            </a:r>
            <a:r>
              <a:rPr dirty="0" spc="-165"/>
              <a:t> </a:t>
            </a:r>
            <a:r>
              <a:rPr dirty="0"/>
              <a:t>on</a:t>
            </a:r>
            <a:r>
              <a:rPr dirty="0" spc="-170"/>
              <a:t> </a:t>
            </a:r>
            <a:r>
              <a:rPr dirty="0" spc="-25"/>
              <a:t>immediate </a:t>
            </a:r>
            <a:r>
              <a:rPr dirty="0"/>
              <a:t>blood</a:t>
            </a:r>
            <a:r>
              <a:rPr dirty="0" spc="-185"/>
              <a:t> </a:t>
            </a:r>
            <a:r>
              <a:rPr dirty="0" spc="-10"/>
              <a:t>access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630617" y="-52894"/>
            <a:ext cx="6411595" cy="8451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350" spc="-85" b="1">
                <a:latin typeface="Tahoma"/>
                <a:cs typeface="Tahoma"/>
              </a:rPr>
              <a:t>Problem</a:t>
            </a:r>
            <a:r>
              <a:rPr dirty="0" sz="5350" spc="-260" b="1">
                <a:latin typeface="Tahoma"/>
                <a:cs typeface="Tahoma"/>
              </a:rPr>
              <a:t> </a:t>
            </a:r>
            <a:r>
              <a:rPr dirty="0" sz="5350" spc="-40" b="1">
                <a:latin typeface="Tahoma"/>
                <a:cs typeface="Tahoma"/>
              </a:rPr>
              <a:t>statement</a:t>
            </a:r>
            <a:endParaRPr sz="5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680680" y="4838119"/>
            <a:ext cx="5775960" cy="208661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ctr" marL="12065" marR="5080">
              <a:lnSpc>
                <a:spcPts val="4050"/>
              </a:lnSpc>
              <a:spcBef>
                <a:spcPts val="229"/>
              </a:spcBef>
            </a:pPr>
            <a:r>
              <a:rPr dirty="0" sz="3400" spc="-130" b="1">
                <a:solidFill>
                  <a:srgbClr val="545454"/>
                </a:solidFill>
                <a:latin typeface="Tahoma"/>
                <a:cs typeface="Tahoma"/>
              </a:rPr>
              <a:t>Quick</a:t>
            </a:r>
            <a:r>
              <a:rPr dirty="0" sz="3400" spc="-120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400" spc="-95" b="1">
                <a:solidFill>
                  <a:srgbClr val="545454"/>
                </a:solidFill>
                <a:latin typeface="Tahoma"/>
                <a:cs typeface="Tahoma"/>
              </a:rPr>
              <a:t>registration</a:t>
            </a:r>
            <a:r>
              <a:rPr dirty="0" sz="3400" spc="-155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400" spc="-25" b="1">
                <a:solidFill>
                  <a:srgbClr val="545454"/>
                </a:solidFill>
                <a:latin typeface="Tahoma"/>
                <a:cs typeface="Tahoma"/>
              </a:rPr>
              <a:t>for </a:t>
            </a:r>
            <a:r>
              <a:rPr dirty="0" sz="3400" spc="-85" b="1">
                <a:solidFill>
                  <a:srgbClr val="545454"/>
                </a:solidFill>
                <a:latin typeface="Tahoma"/>
                <a:cs typeface="Tahoma"/>
              </a:rPr>
              <a:t>donors,complete</a:t>
            </a:r>
            <a:r>
              <a:rPr dirty="0" sz="3400" spc="-130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400" spc="-265" b="1">
                <a:solidFill>
                  <a:srgbClr val="545454"/>
                </a:solidFill>
                <a:latin typeface="Tahoma"/>
                <a:cs typeface="Tahoma"/>
              </a:rPr>
              <a:t>with</a:t>
            </a:r>
            <a:r>
              <a:rPr dirty="0" sz="3400" spc="-55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400" spc="-10" b="1">
                <a:solidFill>
                  <a:srgbClr val="545454"/>
                </a:solidFill>
                <a:latin typeface="Tahoma"/>
                <a:cs typeface="Tahoma"/>
              </a:rPr>
              <a:t>blood </a:t>
            </a:r>
            <a:r>
              <a:rPr dirty="0" sz="3400" spc="-50" b="1">
                <a:solidFill>
                  <a:srgbClr val="545454"/>
                </a:solidFill>
                <a:latin typeface="Tahoma"/>
                <a:cs typeface="Tahoma"/>
              </a:rPr>
              <a:t>group</a:t>
            </a:r>
            <a:r>
              <a:rPr dirty="0" sz="3400" spc="-200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400" spc="-100" b="1">
                <a:solidFill>
                  <a:srgbClr val="545454"/>
                </a:solidFill>
                <a:latin typeface="Tahoma"/>
                <a:cs typeface="Tahoma"/>
              </a:rPr>
              <a:t>checks</a:t>
            </a:r>
            <a:r>
              <a:rPr dirty="0" sz="3400" spc="-150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400" b="1">
                <a:solidFill>
                  <a:srgbClr val="545454"/>
                </a:solidFill>
                <a:latin typeface="Tahoma"/>
                <a:cs typeface="Tahoma"/>
              </a:rPr>
              <a:t>and</a:t>
            </a:r>
            <a:r>
              <a:rPr dirty="0" sz="3400" spc="-170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400" spc="-10" b="1">
                <a:solidFill>
                  <a:srgbClr val="545454"/>
                </a:solidFill>
                <a:latin typeface="Tahoma"/>
                <a:cs typeface="Tahoma"/>
              </a:rPr>
              <a:t>health screening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77991" y="5187401"/>
            <a:ext cx="4232910" cy="174752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ctr" marL="12700" marR="5080" indent="-635">
              <a:lnSpc>
                <a:spcPts val="4500"/>
              </a:lnSpc>
              <a:spcBef>
                <a:spcPts val="259"/>
              </a:spcBef>
            </a:pPr>
            <a:r>
              <a:rPr dirty="0" sz="3800" spc="-40" b="1">
                <a:solidFill>
                  <a:srgbClr val="545454"/>
                </a:solidFill>
                <a:latin typeface="Tahoma"/>
                <a:cs typeface="Tahoma"/>
              </a:rPr>
              <a:t>see</a:t>
            </a:r>
            <a:r>
              <a:rPr dirty="0" sz="3800" spc="-235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800" spc="-20" b="1">
                <a:solidFill>
                  <a:srgbClr val="545454"/>
                </a:solidFill>
                <a:latin typeface="Tahoma"/>
                <a:cs typeface="Tahoma"/>
              </a:rPr>
              <a:t>real</a:t>
            </a:r>
            <a:r>
              <a:rPr dirty="0" sz="3800" spc="-235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800" spc="-20" b="1">
                <a:solidFill>
                  <a:srgbClr val="545454"/>
                </a:solidFill>
                <a:latin typeface="Tahoma"/>
                <a:cs typeface="Tahoma"/>
              </a:rPr>
              <a:t>time </a:t>
            </a:r>
            <a:r>
              <a:rPr dirty="0" sz="3800" spc="-90" b="1">
                <a:solidFill>
                  <a:srgbClr val="545454"/>
                </a:solidFill>
                <a:latin typeface="Tahoma"/>
                <a:cs typeface="Tahoma"/>
              </a:rPr>
              <a:t>stocks</a:t>
            </a:r>
            <a:r>
              <a:rPr dirty="0" sz="3800" spc="-145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800" spc="-114" b="1">
                <a:solidFill>
                  <a:srgbClr val="545454"/>
                </a:solidFill>
                <a:latin typeface="Tahoma"/>
                <a:cs typeface="Tahoma"/>
              </a:rPr>
              <a:t>levels</a:t>
            </a:r>
            <a:r>
              <a:rPr dirty="0" sz="3800" spc="-140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800" b="1">
                <a:solidFill>
                  <a:srgbClr val="545454"/>
                </a:solidFill>
                <a:latin typeface="Tahoma"/>
                <a:cs typeface="Tahoma"/>
              </a:rPr>
              <a:t>at</a:t>
            </a:r>
            <a:r>
              <a:rPr dirty="0" sz="3800" spc="-145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800" spc="-40" b="1">
                <a:solidFill>
                  <a:srgbClr val="545454"/>
                </a:solidFill>
                <a:latin typeface="Tahoma"/>
                <a:cs typeface="Tahoma"/>
              </a:rPr>
              <a:t>all </a:t>
            </a:r>
            <a:r>
              <a:rPr dirty="0" sz="3800" spc="-10" b="1">
                <a:solidFill>
                  <a:srgbClr val="545454"/>
                </a:solidFill>
                <a:latin typeface="Tahoma"/>
                <a:cs typeface="Tahoma"/>
              </a:rPr>
              <a:t>centers</a:t>
            </a:r>
            <a:endParaRPr sz="38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648" rIns="0" bIns="0" rtlCol="0" vert="horz">
            <a:spAutoFit/>
          </a:bodyPr>
          <a:lstStyle/>
          <a:p>
            <a:pPr marL="5442585" marR="5080" indent="-1949450">
              <a:lnSpc>
                <a:spcPct val="108000"/>
              </a:lnSpc>
              <a:spcBef>
                <a:spcPts val="100"/>
              </a:spcBef>
            </a:pPr>
            <a:r>
              <a:rPr dirty="0" spc="-135"/>
              <a:t>Sanjeevani</a:t>
            </a:r>
            <a:r>
              <a:rPr dirty="0" spc="-220"/>
              <a:t> </a:t>
            </a:r>
            <a:r>
              <a:rPr dirty="0" spc="-10"/>
              <a:t>platform overveiw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922451" y="3625611"/>
            <a:ext cx="319786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0" b="1">
                <a:latin typeface="Tahoma"/>
                <a:cs typeface="Tahoma"/>
              </a:rPr>
              <a:t>Speedy</a:t>
            </a:r>
            <a:r>
              <a:rPr dirty="0" sz="3400" spc="-204" b="1">
                <a:latin typeface="Tahoma"/>
                <a:cs typeface="Tahoma"/>
              </a:rPr>
              <a:t> </a:t>
            </a:r>
            <a:r>
              <a:rPr dirty="0" sz="3400" spc="-95" b="1">
                <a:latin typeface="Tahoma"/>
                <a:cs typeface="Tahoma"/>
              </a:rPr>
              <a:t>sign</a:t>
            </a:r>
            <a:r>
              <a:rPr dirty="0" sz="3400" spc="-155" b="1">
                <a:latin typeface="Tahoma"/>
                <a:cs typeface="Tahoma"/>
              </a:rPr>
              <a:t> </a:t>
            </a:r>
            <a:r>
              <a:rPr dirty="0" sz="3400" spc="-25" b="1">
                <a:latin typeface="Tahoma"/>
                <a:cs typeface="Tahoma"/>
              </a:rPr>
              <a:t>up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784967" y="3658156"/>
            <a:ext cx="41370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95" b="1">
                <a:latin typeface="Tahoma"/>
                <a:cs typeface="Tahoma"/>
              </a:rPr>
              <a:t>live</a:t>
            </a:r>
            <a:r>
              <a:rPr dirty="0" sz="3600" spc="-170" b="1">
                <a:latin typeface="Tahoma"/>
                <a:cs typeface="Tahoma"/>
              </a:rPr>
              <a:t> </a:t>
            </a:r>
            <a:r>
              <a:rPr dirty="0" sz="3600" spc="-10" b="1">
                <a:latin typeface="Tahoma"/>
                <a:cs typeface="Tahoma"/>
              </a:rPr>
              <a:t>blood</a:t>
            </a:r>
            <a:r>
              <a:rPr dirty="0" sz="3600" spc="-215" b="1">
                <a:latin typeface="Tahoma"/>
                <a:cs typeface="Tahoma"/>
              </a:rPr>
              <a:t> </a:t>
            </a:r>
            <a:r>
              <a:rPr dirty="0" sz="3600" spc="-40" b="1">
                <a:latin typeface="Tahoma"/>
                <a:cs typeface="Tahoma"/>
              </a:rPr>
              <a:t>tracking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29" cy="1028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63580" y="1773208"/>
            <a:ext cx="9761220" cy="1351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700" spc="-50">
                <a:solidFill>
                  <a:srgbClr val="3D4A9D"/>
                </a:solidFill>
                <a:latin typeface="Georgia"/>
                <a:cs typeface="Georgia"/>
              </a:rPr>
              <a:t>Technology</a:t>
            </a:r>
            <a:r>
              <a:rPr dirty="0" sz="8700" spc="-484">
                <a:solidFill>
                  <a:srgbClr val="3D4A9D"/>
                </a:solidFill>
                <a:latin typeface="Georgia"/>
                <a:cs typeface="Georgia"/>
              </a:rPr>
              <a:t> </a:t>
            </a:r>
            <a:r>
              <a:rPr dirty="0" sz="8700" spc="60">
                <a:solidFill>
                  <a:srgbClr val="3D4A9D"/>
                </a:solidFill>
                <a:latin typeface="Georgia"/>
                <a:cs typeface="Georgia"/>
              </a:rPr>
              <a:t>stack</a:t>
            </a:r>
            <a:endParaRPr sz="8700">
              <a:latin typeface="Georgia"/>
              <a:cs typeface="Georg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11836" y="3926252"/>
            <a:ext cx="2993390" cy="39668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400" spc="-20" b="1">
                <a:solidFill>
                  <a:srgbClr val="3C3C3C"/>
                </a:solidFill>
                <a:latin typeface="Tahoma"/>
                <a:cs typeface="Tahoma"/>
              </a:rPr>
              <a:t>frontend</a:t>
            </a:r>
            <a:endParaRPr sz="5400">
              <a:latin typeface="Tahoma"/>
              <a:cs typeface="Tahoma"/>
            </a:endParaRPr>
          </a:p>
          <a:p>
            <a:pPr algn="ctr" marL="60325" marR="403225">
              <a:lnSpc>
                <a:spcPct val="100000"/>
              </a:lnSpc>
              <a:spcBef>
                <a:spcPts val="3535"/>
              </a:spcBef>
            </a:pPr>
            <a:r>
              <a:rPr dirty="0" sz="3500" spc="-10" b="1">
                <a:solidFill>
                  <a:srgbClr val="545454"/>
                </a:solidFill>
                <a:latin typeface="Tahoma"/>
                <a:cs typeface="Tahoma"/>
              </a:rPr>
              <a:t>javascript typescript </a:t>
            </a:r>
            <a:r>
              <a:rPr dirty="0" sz="3500" b="1">
                <a:solidFill>
                  <a:srgbClr val="545454"/>
                </a:solidFill>
                <a:latin typeface="Tahoma"/>
                <a:cs typeface="Tahoma"/>
              </a:rPr>
              <a:t>for</a:t>
            </a:r>
            <a:r>
              <a:rPr dirty="0" sz="3500" spc="-55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500" spc="-175" b="1">
                <a:solidFill>
                  <a:srgbClr val="545454"/>
                </a:solidFill>
                <a:latin typeface="Tahoma"/>
                <a:cs typeface="Tahoma"/>
              </a:rPr>
              <a:t>runtime: </a:t>
            </a:r>
            <a:r>
              <a:rPr dirty="0" sz="3500" spc="-85" b="1">
                <a:solidFill>
                  <a:srgbClr val="545454"/>
                </a:solidFill>
                <a:latin typeface="Tahoma"/>
                <a:cs typeface="Tahoma"/>
              </a:rPr>
              <a:t>next.js </a:t>
            </a:r>
            <a:r>
              <a:rPr dirty="0" sz="3500" spc="-20" b="1">
                <a:solidFill>
                  <a:srgbClr val="545454"/>
                </a:solidFill>
                <a:latin typeface="Tahoma"/>
                <a:cs typeface="Tahoma"/>
              </a:rPr>
              <a:t>node.js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939912" y="3889166"/>
            <a:ext cx="4067175" cy="36804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66675">
              <a:lnSpc>
                <a:spcPct val="100000"/>
              </a:lnSpc>
              <a:spcBef>
                <a:spcPts val="114"/>
              </a:spcBef>
            </a:pPr>
            <a:r>
              <a:rPr dirty="0" sz="5400" spc="-10" b="1">
                <a:solidFill>
                  <a:srgbClr val="3C3C3C"/>
                </a:solidFill>
                <a:latin typeface="Tahoma"/>
                <a:cs typeface="Tahoma"/>
              </a:rPr>
              <a:t>Backend</a:t>
            </a:r>
            <a:endParaRPr sz="5400">
              <a:latin typeface="Tahoma"/>
              <a:cs typeface="Tahoma"/>
            </a:endParaRPr>
          </a:p>
          <a:p>
            <a:pPr algn="ctr" marL="962025" marR="954405">
              <a:lnSpc>
                <a:spcPct val="100000"/>
              </a:lnSpc>
              <a:spcBef>
                <a:spcPts val="5480"/>
              </a:spcBef>
            </a:pPr>
            <a:r>
              <a:rPr dirty="0" sz="3500" spc="-60" b="1">
                <a:solidFill>
                  <a:srgbClr val="545454"/>
                </a:solidFill>
                <a:latin typeface="Tahoma"/>
                <a:cs typeface="Tahoma"/>
              </a:rPr>
              <a:t>javascript </a:t>
            </a:r>
            <a:r>
              <a:rPr dirty="0" sz="3500" spc="-85" b="1">
                <a:solidFill>
                  <a:srgbClr val="545454"/>
                </a:solidFill>
                <a:latin typeface="Tahoma"/>
                <a:cs typeface="Tahoma"/>
              </a:rPr>
              <a:t>typescript </a:t>
            </a:r>
            <a:r>
              <a:rPr dirty="0" sz="3500" spc="-10" b="1">
                <a:solidFill>
                  <a:srgbClr val="545454"/>
                </a:solidFill>
                <a:latin typeface="Tahoma"/>
                <a:cs typeface="Tahoma"/>
              </a:rPr>
              <a:t>react.js</a:t>
            </a:r>
            <a:endParaRPr sz="35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3500" spc="-155" b="1">
                <a:solidFill>
                  <a:srgbClr val="545454"/>
                </a:solidFill>
                <a:latin typeface="Tahoma"/>
                <a:cs typeface="Tahoma"/>
              </a:rPr>
              <a:t>node.js</a:t>
            </a:r>
            <a:r>
              <a:rPr dirty="0" sz="3500" spc="-70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500" b="1">
                <a:solidFill>
                  <a:srgbClr val="545454"/>
                </a:solidFill>
                <a:latin typeface="Tahoma"/>
                <a:cs typeface="Tahoma"/>
              </a:rPr>
              <a:t>for</a:t>
            </a:r>
            <a:r>
              <a:rPr dirty="0" sz="3500" spc="-65" b="1">
                <a:solidFill>
                  <a:srgbClr val="545454"/>
                </a:solidFill>
                <a:latin typeface="Tahoma"/>
                <a:cs typeface="Tahoma"/>
              </a:rPr>
              <a:t> </a:t>
            </a:r>
            <a:r>
              <a:rPr dirty="0" sz="3500" spc="-95" b="1">
                <a:solidFill>
                  <a:srgbClr val="545454"/>
                </a:solidFill>
                <a:latin typeface="Tahoma"/>
                <a:cs typeface="Tahoma"/>
              </a:rPr>
              <a:t>runtime</a:t>
            </a:r>
            <a:endParaRPr sz="3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29" cy="10287000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12700" marR="467995">
              <a:lnSpc>
                <a:spcPts val="5850"/>
              </a:lnSpc>
              <a:spcBef>
                <a:spcPts val="340"/>
              </a:spcBef>
            </a:pPr>
            <a:r>
              <a:rPr dirty="0" spc="-165"/>
              <a:t>Strenghtening</a:t>
            </a:r>
            <a:r>
              <a:rPr dirty="0" spc="-180"/>
              <a:t> </a:t>
            </a:r>
            <a:r>
              <a:rPr dirty="0" spc="-120"/>
              <a:t>current</a:t>
            </a:r>
            <a:r>
              <a:rPr dirty="0" spc="-180"/>
              <a:t> </a:t>
            </a:r>
            <a:r>
              <a:rPr dirty="0" spc="-60"/>
              <a:t>workflows </a:t>
            </a:r>
            <a:r>
              <a:rPr dirty="0" spc="-155"/>
              <a:t>stress-</a:t>
            </a:r>
            <a:r>
              <a:rPr dirty="0" spc="-150"/>
              <a:t>testing</a:t>
            </a:r>
            <a:r>
              <a:rPr dirty="0" spc="-210"/>
              <a:t> </a:t>
            </a:r>
            <a:r>
              <a:rPr dirty="0" spc="-105"/>
              <a:t>booking</a:t>
            </a:r>
            <a:r>
              <a:rPr dirty="0" spc="-225"/>
              <a:t> </a:t>
            </a:r>
            <a:r>
              <a:rPr dirty="0"/>
              <a:t>and</a:t>
            </a:r>
            <a:r>
              <a:rPr dirty="0" spc="-215"/>
              <a:t> </a:t>
            </a:r>
            <a:r>
              <a:rPr dirty="0" spc="-70"/>
              <a:t>request </a:t>
            </a:r>
            <a:r>
              <a:rPr dirty="0" spc="-10"/>
              <a:t>logic</a:t>
            </a:r>
          </a:p>
          <a:p>
            <a:pPr marL="12700" marR="5080">
              <a:lnSpc>
                <a:spcPts val="5850"/>
              </a:lnSpc>
            </a:pPr>
            <a:r>
              <a:rPr dirty="0" spc="-155"/>
              <a:t>improving</a:t>
            </a:r>
            <a:r>
              <a:rPr dirty="0" spc="-160"/>
              <a:t> </a:t>
            </a:r>
            <a:r>
              <a:rPr dirty="0" spc="-155"/>
              <a:t>usability</a:t>
            </a:r>
            <a:r>
              <a:rPr dirty="0" spc="-120"/>
              <a:t> </a:t>
            </a:r>
            <a:r>
              <a:rPr dirty="0" spc="-270"/>
              <a:t>without</a:t>
            </a:r>
            <a:r>
              <a:rPr dirty="0" spc="-90"/>
              <a:t> </a:t>
            </a:r>
            <a:r>
              <a:rPr dirty="0" spc="-65"/>
              <a:t>breaking </a:t>
            </a:r>
            <a:r>
              <a:rPr dirty="0" spc="-45"/>
              <a:t>stability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69293" y="1596686"/>
            <a:ext cx="14692630" cy="129413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300" spc="-355">
                <a:solidFill>
                  <a:srgbClr val="545454"/>
                </a:solidFill>
              </a:rPr>
              <a:t>I</a:t>
            </a:r>
            <a:r>
              <a:rPr dirty="0" sz="8300" spc="-355">
                <a:solidFill>
                  <a:srgbClr val="000000"/>
                </a:solidFill>
              </a:rPr>
              <a:t>mplementations</a:t>
            </a:r>
            <a:r>
              <a:rPr dirty="0" sz="8300" spc="-254">
                <a:solidFill>
                  <a:srgbClr val="000000"/>
                </a:solidFill>
              </a:rPr>
              <a:t> </a:t>
            </a:r>
            <a:r>
              <a:rPr dirty="0" sz="8300">
                <a:solidFill>
                  <a:srgbClr val="000000"/>
                </a:solidFill>
              </a:rPr>
              <a:t>and</a:t>
            </a:r>
            <a:r>
              <a:rPr dirty="0" sz="8300" spc="-295">
                <a:solidFill>
                  <a:srgbClr val="000000"/>
                </a:solidFill>
              </a:rPr>
              <a:t> </a:t>
            </a:r>
            <a:r>
              <a:rPr dirty="0" sz="8300" spc="-310">
                <a:solidFill>
                  <a:srgbClr val="000000"/>
                </a:solidFill>
              </a:rPr>
              <a:t>Results</a:t>
            </a:r>
            <a:endParaRPr sz="8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29" cy="10287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85078" y="3221002"/>
            <a:ext cx="5972175" cy="3384550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2700" marR="5080">
              <a:lnSpc>
                <a:spcPts val="8250"/>
              </a:lnSpc>
              <a:spcBef>
                <a:spcPts val="1795"/>
              </a:spcBef>
            </a:pPr>
            <a:r>
              <a:rPr dirty="0" sz="8300" spc="-130" b="1">
                <a:solidFill>
                  <a:srgbClr val="B12E2F"/>
                </a:solidFill>
                <a:latin typeface="Georgia"/>
                <a:cs typeface="Georgia"/>
              </a:rPr>
              <a:t>Conclusion </a:t>
            </a:r>
            <a:r>
              <a:rPr dirty="0" sz="8300" b="1">
                <a:solidFill>
                  <a:srgbClr val="B12E2F"/>
                </a:solidFill>
                <a:latin typeface="Georgia"/>
                <a:cs typeface="Georgia"/>
              </a:rPr>
              <a:t>and</a:t>
            </a:r>
            <a:r>
              <a:rPr dirty="0" sz="8300" spc="-30" b="1">
                <a:solidFill>
                  <a:srgbClr val="B12E2F"/>
                </a:solidFill>
                <a:latin typeface="Georgia"/>
                <a:cs typeface="Georgia"/>
              </a:rPr>
              <a:t> </a:t>
            </a:r>
            <a:r>
              <a:rPr dirty="0" sz="8300" spc="-10" b="1">
                <a:solidFill>
                  <a:srgbClr val="B12E2F"/>
                </a:solidFill>
                <a:latin typeface="Georgia"/>
                <a:cs typeface="Georgia"/>
              </a:rPr>
              <a:t>future scope</a:t>
            </a:r>
            <a:endParaRPr sz="83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69104" y="538235"/>
            <a:ext cx="9797415" cy="1835150"/>
          </a:xfrm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12700" marR="4472940">
              <a:lnSpc>
                <a:spcPts val="4730"/>
              </a:lnSpc>
              <a:spcBef>
                <a:spcPts val="315"/>
              </a:spcBef>
            </a:pPr>
            <a:r>
              <a:rPr dirty="0" sz="4000" spc="-75">
                <a:solidFill>
                  <a:srgbClr val="B12E2F"/>
                </a:solidFill>
              </a:rPr>
              <a:t>Every</a:t>
            </a:r>
            <a:r>
              <a:rPr dirty="0" sz="4000" spc="-220">
                <a:solidFill>
                  <a:srgbClr val="B12E2F"/>
                </a:solidFill>
              </a:rPr>
              <a:t> </a:t>
            </a:r>
            <a:r>
              <a:rPr dirty="0" sz="4000" spc="-25">
                <a:solidFill>
                  <a:srgbClr val="B12E2F"/>
                </a:solidFill>
              </a:rPr>
              <a:t>drop</a:t>
            </a:r>
            <a:r>
              <a:rPr dirty="0" sz="4000" spc="-240">
                <a:solidFill>
                  <a:srgbClr val="B12E2F"/>
                </a:solidFill>
              </a:rPr>
              <a:t> </a:t>
            </a:r>
            <a:r>
              <a:rPr dirty="0" sz="4000" spc="-10">
                <a:solidFill>
                  <a:srgbClr val="B12E2F"/>
                </a:solidFill>
              </a:rPr>
              <a:t>Counts </a:t>
            </a:r>
            <a:r>
              <a:rPr dirty="0" sz="4000" spc="-75">
                <a:solidFill>
                  <a:srgbClr val="B12E2F"/>
                </a:solidFill>
              </a:rPr>
              <a:t>Every</a:t>
            </a:r>
            <a:r>
              <a:rPr dirty="0" sz="4000" spc="-190">
                <a:solidFill>
                  <a:srgbClr val="B12E2F"/>
                </a:solidFill>
              </a:rPr>
              <a:t> </a:t>
            </a:r>
            <a:r>
              <a:rPr dirty="0" sz="4000" spc="-80">
                <a:solidFill>
                  <a:srgbClr val="B12E2F"/>
                </a:solidFill>
              </a:rPr>
              <a:t>Second</a:t>
            </a:r>
            <a:r>
              <a:rPr dirty="0" sz="4000" spc="-190">
                <a:solidFill>
                  <a:srgbClr val="B12E2F"/>
                </a:solidFill>
              </a:rPr>
              <a:t> </a:t>
            </a:r>
            <a:r>
              <a:rPr dirty="0" sz="4000" spc="-95">
                <a:solidFill>
                  <a:srgbClr val="B12E2F"/>
                </a:solidFill>
              </a:rPr>
              <a:t>Matters</a:t>
            </a:r>
            <a:endParaRPr sz="4000"/>
          </a:p>
          <a:p>
            <a:pPr marL="12700">
              <a:lnSpc>
                <a:spcPts val="4575"/>
              </a:lnSpc>
            </a:pPr>
            <a:r>
              <a:rPr dirty="0" sz="4000" spc="-40">
                <a:solidFill>
                  <a:srgbClr val="B12E2F"/>
                </a:solidFill>
              </a:rPr>
              <a:t>Join</a:t>
            </a:r>
            <a:r>
              <a:rPr dirty="0" sz="4000" spc="-245">
                <a:solidFill>
                  <a:srgbClr val="B12E2F"/>
                </a:solidFill>
              </a:rPr>
              <a:t> </a:t>
            </a:r>
            <a:r>
              <a:rPr dirty="0" sz="4000" spc="-200">
                <a:solidFill>
                  <a:srgbClr val="B12E2F"/>
                </a:solidFill>
              </a:rPr>
              <a:t>us</a:t>
            </a:r>
            <a:r>
              <a:rPr dirty="0" sz="4000" spc="-90">
                <a:solidFill>
                  <a:srgbClr val="B12E2F"/>
                </a:solidFill>
              </a:rPr>
              <a:t> </a:t>
            </a:r>
            <a:r>
              <a:rPr dirty="0" sz="4000" spc="-254">
                <a:solidFill>
                  <a:srgbClr val="B12E2F"/>
                </a:solidFill>
              </a:rPr>
              <a:t>in</a:t>
            </a:r>
            <a:r>
              <a:rPr dirty="0" sz="4000" spc="-65">
                <a:solidFill>
                  <a:srgbClr val="B12E2F"/>
                </a:solidFill>
              </a:rPr>
              <a:t> </a:t>
            </a:r>
            <a:r>
              <a:rPr dirty="0" sz="4000" spc="-170">
                <a:solidFill>
                  <a:srgbClr val="B12E2F"/>
                </a:solidFill>
              </a:rPr>
              <a:t>revolutionising</a:t>
            </a:r>
            <a:r>
              <a:rPr dirty="0" sz="4000" spc="-125">
                <a:solidFill>
                  <a:srgbClr val="B12E2F"/>
                </a:solidFill>
              </a:rPr>
              <a:t> </a:t>
            </a:r>
            <a:r>
              <a:rPr dirty="0" sz="4000" spc="-70">
                <a:solidFill>
                  <a:srgbClr val="B12E2F"/>
                </a:solidFill>
              </a:rPr>
              <a:t>Blood</a:t>
            </a:r>
            <a:r>
              <a:rPr dirty="0" sz="4000" spc="-130">
                <a:solidFill>
                  <a:srgbClr val="B12E2F"/>
                </a:solidFill>
              </a:rPr>
              <a:t> </a:t>
            </a:r>
            <a:r>
              <a:rPr dirty="0" sz="4000" spc="-50">
                <a:solidFill>
                  <a:srgbClr val="B12E2F"/>
                </a:solidFill>
              </a:rPr>
              <a:t>donation</a:t>
            </a:r>
            <a:endParaRPr sz="4000"/>
          </a:p>
        </p:txBody>
      </p:sp>
      <p:sp>
        <p:nvSpPr>
          <p:cNvPr id="5" name="object 5" descr=""/>
          <p:cNvSpPr txBox="1"/>
          <p:nvPr/>
        </p:nvSpPr>
        <p:spPr>
          <a:xfrm>
            <a:off x="7693239" y="3314240"/>
            <a:ext cx="9109710" cy="168656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algn="ctr" marL="12700" marR="5080">
              <a:lnSpc>
                <a:spcPts val="4350"/>
              </a:lnSpc>
              <a:spcBef>
                <a:spcPts val="225"/>
              </a:spcBef>
            </a:pPr>
            <a:r>
              <a:rPr dirty="0" sz="3650" spc="-125" b="1">
                <a:solidFill>
                  <a:srgbClr val="B12E2F"/>
                </a:solidFill>
                <a:latin typeface="Tahoma"/>
                <a:cs typeface="Tahoma"/>
              </a:rPr>
              <a:t>Sanjeevani</a:t>
            </a:r>
            <a:r>
              <a:rPr dirty="0" sz="3650" spc="-145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204" b="1">
                <a:solidFill>
                  <a:srgbClr val="B12E2F"/>
                </a:solidFill>
                <a:latin typeface="Tahoma"/>
                <a:cs typeface="Tahoma"/>
              </a:rPr>
              <a:t>is</a:t>
            </a:r>
            <a:r>
              <a:rPr dirty="0" sz="3650" spc="-65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50" b="1">
                <a:solidFill>
                  <a:srgbClr val="B12E2F"/>
                </a:solidFill>
                <a:latin typeface="Tahoma"/>
                <a:cs typeface="Tahoma"/>
              </a:rPr>
              <a:t>more</a:t>
            </a:r>
            <a:r>
              <a:rPr dirty="0" sz="3650" spc="-180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90" b="1">
                <a:solidFill>
                  <a:srgbClr val="B12E2F"/>
                </a:solidFill>
                <a:latin typeface="Tahoma"/>
                <a:cs typeface="Tahoma"/>
              </a:rPr>
              <a:t>than</a:t>
            </a:r>
            <a:r>
              <a:rPr dirty="0" sz="3650" spc="-114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204" b="1">
                <a:solidFill>
                  <a:srgbClr val="B12E2F"/>
                </a:solidFill>
                <a:latin typeface="Tahoma"/>
                <a:cs typeface="Tahoma"/>
              </a:rPr>
              <a:t>just</a:t>
            </a:r>
            <a:r>
              <a:rPr dirty="0" sz="3650" spc="-65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65" b="1">
                <a:solidFill>
                  <a:srgbClr val="B12E2F"/>
                </a:solidFill>
                <a:latin typeface="Tahoma"/>
                <a:cs typeface="Tahoma"/>
              </a:rPr>
              <a:t>a</a:t>
            </a:r>
            <a:r>
              <a:rPr dirty="0" sz="3650" spc="-110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65" b="1">
                <a:solidFill>
                  <a:srgbClr val="B12E2F"/>
                </a:solidFill>
                <a:latin typeface="Tahoma"/>
                <a:cs typeface="Tahoma"/>
              </a:rPr>
              <a:t>platform</a:t>
            </a:r>
            <a:r>
              <a:rPr dirty="0" sz="3650" spc="-114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515" b="1">
                <a:solidFill>
                  <a:srgbClr val="B12E2F"/>
                </a:solidFill>
                <a:latin typeface="Tahoma"/>
                <a:cs typeface="Tahoma"/>
              </a:rPr>
              <a:t>– </a:t>
            </a:r>
            <a:r>
              <a:rPr dirty="0" sz="3650" spc="-145" b="1">
                <a:solidFill>
                  <a:srgbClr val="B12E2F"/>
                </a:solidFill>
                <a:latin typeface="Tahoma"/>
                <a:cs typeface="Tahoma"/>
              </a:rPr>
              <a:t>it’s</a:t>
            </a:r>
            <a:r>
              <a:rPr dirty="0" sz="3650" spc="-125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204" b="1">
                <a:solidFill>
                  <a:srgbClr val="B12E2F"/>
                </a:solidFill>
                <a:latin typeface="Tahoma"/>
                <a:cs typeface="Tahoma"/>
              </a:rPr>
              <a:t>is</a:t>
            </a:r>
            <a:r>
              <a:rPr dirty="0" sz="3650" spc="-60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100" b="1">
                <a:solidFill>
                  <a:srgbClr val="B12E2F"/>
                </a:solidFill>
                <a:latin typeface="Tahoma"/>
                <a:cs typeface="Tahoma"/>
              </a:rPr>
              <a:t>the</a:t>
            </a:r>
            <a:r>
              <a:rPr dirty="0" sz="3650" spc="-175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95" b="1">
                <a:solidFill>
                  <a:srgbClr val="B12E2F"/>
                </a:solidFill>
                <a:latin typeface="Tahoma"/>
                <a:cs typeface="Tahoma"/>
              </a:rPr>
              <a:t>movement</a:t>
            </a:r>
            <a:r>
              <a:rPr dirty="0" sz="3650" spc="-155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114" b="1">
                <a:solidFill>
                  <a:srgbClr val="B12E2F"/>
                </a:solidFill>
                <a:latin typeface="Tahoma"/>
                <a:cs typeface="Tahoma"/>
              </a:rPr>
              <a:t>towards</a:t>
            </a:r>
            <a:r>
              <a:rPr dirty="0" sz="3650" spc="-130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80" b="1">
                <a:solidFill>
                  <a:srgbClr val="B12E2F"/>
                </a:solidFill>
                <a:latin typeface="Tahoma"/>
                <a:cs typeface="Tahoma"/>
              </a:rPr>
              <a:t>accessible</a:t>
            </a:r>
            <a:r>
              <a:rPr dirty="0" sz="3650" spc="-125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50" b="1">
                <a:solidFill>
                  <a:srgbClr val="B12E2F"/>
                </a:solidFill>
                <a:latin typeface="Tahoma"/>
                <a:cs typeface="Tahoma"/>
              </a:rPr>
              <a:t>, </a:t>
            </a:r>
            <a:r>
              <a:rPr dirty="0" sz="3650" spc="-85" b="1">
                <a:solidFill>
                  <a:srgbClr val="B12E2F"/>
                </a:solidFill>
                <a:latin typeface="Tahoma"/>
                <a:cs typeface="Tahoma"/>
              </a:rPr>
              <a:t>efficient</a:t>
            </a:r>
            <a:r>
              <a:rPr dirty="0" sz="3650" spc="-135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245" b="1">
                <a:solidFill>
                  <a:srgbClr val="B12E2F"/>
                </a:solidFill>
                <a:latin typeface="Tahoma"/>
                <a:cs typeface="Tahoma"/>
              </a:rPr>
              <a:t>,</a:t>
            </a:r>
            <a:r>
              <a:rPr dirty="0" sz="3650" spc="-55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140" b="1">
                <a:solidFill>
                  <a:srgbClr val="B12E2F"/>
                </a:solidFill>
                <a:latin typeface="Tahoma"/>
                <a:cs typeface="Tahoma"/>
              </a:rPr>
              <a:t>life-</a:t>
            </a:r>
            <a:r>
              <a:rPr dirty="0" sz="3650" spc="-95" b="1">
                <a:solidFill>
                  <a:srgbClr val="B12E2F"/>
                </a:solidFill>
                <a:latin typeface="Tahoma"/>
                <a:cs typeface="Tahoma"/>
              </a:rPr>
              <a:t>saving</a:t>
            </a:r>
            <a:r>
              <a:rPr dirty="0" sz="3650" spc="-100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650" spc="-20" b="1">
                <a:solidFill>
                  <a:srgbClr val="B12E2F"/>
                </a:solidFill>
                <a:latin typeface="Tahoma"/>
                <a:cs typeface="Tahoma"/>
              </a:rPr>
              <a:t>healthcare!</a:t>
            </a:r>
            <a:endParaRPr sz="36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520081" y="5952569"/>
            <a:ext cx="3303904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215" b="1">
                <a:solidFill>
                  <a:srgbClr val="B12E2F"/>
                </a:solidFill>
                <a:latin typeface="Tahoma"/>
                <a:cs typeface="Tahoma"/>
              </a:rPr>
              <a:t>THANKING</a:t>
            </a:r>
            <a:r>
              <a:rPr dirty="0" sz="3500" spc="-15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500" spc="-145" b="1">
                <a:solidFill>
                  <a:srgbClr val="B12E2F"/>
                </a:solidFill>
                <a:latin typeface="Tahoma"/>
                <a:cs typeface="Tahoma"/>
              </a:rPr>
              <a:t>YOU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393283" y="8696387"/>
            <a:ext cx="355727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150" b="1">
                <a:solidFill>
                  <a:srgbClr val="B12E2F"/>
                </a:solidFill>
                <a:latin typeface="Tahoma"/>
                <a:cs typeface="Tahoma"/>
              </a:rPr>
              <a:t>-NERUAL</a:t>
            </a:r>
            <a:r>
              <a:rPr dirty="0" sz="3500" spc="-85" b="1">
                <a:solidFill>
                  <a:srgbClr val="B12E2F"/>
                </a:solidFill>
                <a:latin typeface="Tahoma"/>
                <a:cs typeface="Tahoma"/>
              </a:rPr>
              <a:t> </a:t>
            </a:r>
            <a:r>
              <a:rPr dirty="0" sz="3500" spc="-100" b="1">
                <a:solidFill>
                  <a:srgbClr val="B12E2F"/>
                </a:solidFill>
                <a:latin typeface="Tahoma"/>
                <a:cs typeface="Tahoma"/>
              </a:rPr>
              <a:t>SQUAD</a:t>
            </a:r>
            <a:endParaRPr sz="3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harsh kumar</dc:creator>
  <cp:keywords>DAG_xb2PcPw,BAFoEOZn9X4,0</cp:keywords>
  <dc:title>sanjeevani</dc:title>
  <dcterms:created xsi:type="dcterms:W3CDTF">2026-01-29T11:16:20Z</dcterms:created>
  <dcterms:modified xsi:type="dcterms:W3CDTF">2026-01-29T11:16:20Z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2026-01-29T00:00:00Z</vt:filetime>
  </property>
  <property fmtid="{D5CDD505-2E9C-101B-9397-08002B2CF9AE}" pid="3" name="Creator">
    <vt:lpwstr>Canva</vt:lpwstr>
  </property>
  <property fmtid="{D5CDD505-2E9C-101B-9397-08002B2CF9AE}" pid="4" name="LastSaved">
    <vt:filetime>2026-01-29T00:00:00Z</vt:filetime>
  </property>
  <property fmtid="{D5CDD505-2E9C-101B-9397-08002B2CF9AE}" pid="5" name="Producer">
    <vt:lpwstr>Canva</vt:lpwstr>
  </property>
</Properties>
</file>